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 / 31  </a:t>
            </a:r>
            <a:r>
              <a:rPr sz="1400" b="0">
                <a:solidFill>
                  <a:srgbClr val="536874"/>
                </a:solidFill>
              </a:rPr>
              <a:t>0:35 planned · starts 0:00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path runs from self-organization in cells, to self-driving cars, to self-driving compute.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Say we have paid to reach a useful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Can we try several next steps from there without paying for it again?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answer has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corner tags mark what is published, measured, built or only designed.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where these ideas come from.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2. Each stop on my path left one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 / 31  </a:t>
            </a:r>
            <a:r>
              <a:rPr sz="1400" b="0">
                <a:solidFill>
                  <a:srgbClr val="536874"/>
                </a:solidFill>
              </a:rPr>
              <a:t>0:55 planned · starts 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my path.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stop left one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early systems jobs, including Twistlock, were in software and container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From twenty sixteen I simulated cell mechanics and analyzed genomes.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both, reaching a state is the expensive part.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you explore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twenty nineteen study tested drug combinations on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trials, few confirmations.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NRGene, gene-editing results helped pick the next experiment.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Mobileye, repeated observations of one road had to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At Incredibuild, the rule is simple.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lessons come back later, starting with Mobileye.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3. A car fleet fans out, then fans in to one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 / 31  </a:t>
            </a:r>
            <a:r>
              <a:rPr sz="1400" b="0">
                <a:solidFill>
                  <a:srgbClr val="536874"/>
                </a:solidFill>
              </a:rPr>
              <a:t>0:45 planned · starts 1:30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Mobileye's Roadbook is a fleet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Assume three hundred million equipped cars sending anonymized road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cloud matches drives of the same road and combines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sends the updated map back to the cars.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own work there was junction perception.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map counts each road once, however many cars drove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Self-driving compute gives execution the same shape.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Many runs from one reached state, one combined result.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a fleet of runs keeps doing the same work.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the problem.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4. In parallel computing, the costly work is the work done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that problem in one picture.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how much of your last CI run had another machine already done?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Often it is the same install and the same compile, again.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Without reuse, three trials each repeat the same setup.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4 / 31  </a:t>
            </a:r>
            <a:r>
              <a:rPr sz="1400" b="0">
                <a:solidFill>
                  <a:srgbClr val="536874"/>
                </a:solidFill>
              </a:rPr>
              <a:t>0:55 planned · starts 2:15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reuse, we set up once and save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trial starts from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setup blocks we skip are the waste.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parallel, distributed world, the expensive thing is doing work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 remove it: cache, fork,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one is the oldest: a cache.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5. A cache skips work a previous run already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5 / 31  </a:t>
            </a:r>
            <a:r>
              <a:rPr sz="1400" b="0">
                <a:solidFill>
                  <a:srgbClr val="536874"/>
                </a:solidFill>
              </a:rPr>
              <a:t>0:45 planned · starts 3:10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how a cache works.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Hash a build step's inputs into a key: source, flags and toolchain.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key is stored, that is a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the stored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a miss, run the step in a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Store its output, so the next run hits.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hides undeclared files, so the step cannot read what the key omits.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Incredibuild lesson: never build the same thing twice.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Remember that hash, because it comes back.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does it buy?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6. Reusing an earlier runner's build files cut a Tokio compile from about 46 s to 13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6 / 31  </a:t>
            </a:r>
            <a:r>
              <a:rPr sz="1400" b="0">
                <a:solidFill>
                  <a:srgbClr val="536874"/>
                </a:solidFill>
              </a:rPr>
              <a:t>0:40 planned · starts 3:55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my Tokio demo, a fresh compile took about forty-six 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Copying in an earlier runner's build files cut that to about thirteen.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already warm cache cut it to about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approximate, self-reported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copied files are build outputs, not a running program.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Distributed builds rely on this: one machine reuses another's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reuses one step's output.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two reuses a whole state.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7. A fork extends caching from files to a reached execution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7 / 31  </a:t>
            </a:r>
            <a:r>
              <a:rPr sz="1400" b="0">
                <a:solidFill>
                  <a:srgbClr val="536874"/>
                </a:solidFill>
              </a:rPr>
              <a:t>0:45 planned · starts 4:35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goes further.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restores the state after many steps, like installed dependencies or a warmed process.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Think of a film.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scenes are fixed, and rewinding replays the same plot.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experiment is different.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saves a reached state, keyed by its hash,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tries two next actions, each in its own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 keeps one outcome and discards the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we continue from there.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Step three makes that sharing safe.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8. A sandbox lets children share one state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8 / 31  </a:t>
            </a:r>
            <a:r>
              <a:rPr sz="1400" b="0">
                <a:solidFill>
                  <a:srgbClr val="536874"/>
                </a:solidFill>
              </a:rPr>
              <a:t>0:50 planned · starts 5:20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three children share one saved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read-only and named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writes only to its private layer, so siblings cannot overwrite each other.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Hiding undeclared inputs keeps the cache key 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Effects, like a network request, cross the boundary.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restore rewinds them, so we propose recording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the Twistlock lesson: a sandbox bounds what a program may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is a policy.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way to build it is a VM with its own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Another is a container on a shared kernel.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are the three steps as code.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9. The forkable API prepares once and runs alternatives in private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9 / 31  </a:t>
            </a:r>
            <a:r>
              <a:rPr sz="1400" b="0">
                <a:solidFill>
                  <a:srgbClr val="536874"/>
                </a:solidFill>
              </a:rPr>
              <a:t>0:45 planned · starts 6:10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columns are Python.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Same three edits, same test, same selection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left, a loop prepares a fresh environment for every edit.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 the right, the proposed API prepares once and checkpoints that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Fork makes three children, each a private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applies one edit and returns its result with evidence.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prepare() runs once, not three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Ordinary Python can already do this, with process forks or caches.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API makes reuse and isolation explicit.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of these pieces is new on its own.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10. Caches, forks and sandboxes are old; coupling them to evidence and acceptance is 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10 / 31  </a:t>
            </a:r>
            <a:r>
              <a:rPr sz="1400" b="0">
                <a:solidFill>
                  <a:srgbClr val="536874"/>
                </a:solidFill>
              </a:rPr>
              <a:t>0:50 planned · starts 6:55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cache keeps run outputs, as in ccache, Bazel's remote cache or Incredibuild.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keeps reached states.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SnowFlock cloned Xen machines in two thousand nine.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Xen came from this lab.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sandbox keeps writes private, as containers, gVisor and microVMs do.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new is what sharing requires.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shared evidence once, and publish checked bytes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claim no fork speedup, since our agent runs were serial.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also do not claim our snapshots keep live memory.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does sharing work cost us?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11. Sharing work creates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Sharing work creates three rules.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organize this talk.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reuse or rebuild?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Reuse a saved state only if it beats a rebuild with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 cost rule.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Count once: what must a trial return?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Parallel trials share inputs and errors, so a shared observation counts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evidence contract.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11 / 31  </a:t>
            </a:r>
            <a:r>
              <a:rPr sz="1400" b="0">
                <a:solidFill>
                  <a:srgbClr val="536874"/>
                </a:solidFill>
              </a:rPr>
              <a:t>0:50 planned · starts 7:45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Publish once: who publishes what?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 publishes the exact bytes that passed the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needs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leave with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examples first, then the rules in order.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12. Reuse makes fuzzing fast; only checks turn crashes into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12 / 31  </a:t>
            </a:r>
            <a:r>
              <a:rPr sz="1400" b="0">
                <a:solidFill>
                  <a:srgbClr val="536874"/>
                </a:solidFill>
              </a:rPr>
              <a:t>1:00 planned · starts 8:35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example: software security.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fuzzer runs a program on many changed inputs, hunting for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AFL-plus-plus initializes the target once, then reuses one child process across many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documentation reports typical speedups of ten to twenty times.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skips a fork for every input.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works only if state resets correctly.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one,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speed only produces leads, and leads need checks.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Berkeley's CyberGym is a separate study.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an AI agent wrote test inputs for 431 projects.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produced fifty-six crashes.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researchers reproduced them and removed duplicates, leaving twenty-two distinct new vulnerabilities.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two,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 example: AI research.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13. Autoresearch kept 23 of 126 attempts against a fixed evaluator.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13 / 31  </a:t>
            </a:r>
            <a:r>
              <a:rPr sz="1400" b="0">
                <a:solidFill>
                  <a:srgbClr val="536874"/>
                </a:solidFill>
              </a:rPr>
              <a:t>1:00 planned · starts 9:35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Karpathy's autoresearch starts every attempt from the current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commit hash names that exact state.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evaluator stays fixed.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agent edits the training script and trains for five minutes.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reads validation bits per byte, where lower is better.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it keeps or reverts.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reported session made 126 attempts, one at a time, and kept twenty-three.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score fell 2.8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Starting from the best commit is 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fixed evaluator promotes a change, and that is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AlphaEvolve extends this loop to a population of programs.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scheduling heuristic it found recovered 0.7 percent of Google's compute, on average.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 example: software engineering.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14. 250 samples raised SWE-bench Lite coverage from 15.9% to 56%.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14 / 31  </a:t>
            </a:r>
            <a:r>
              <a:rPr sz="1400" b="0">
                <a:solidFill>
                  <a:srgbClr val="536874"/>
                </a:solidFill>
              </a:rPr>
              <a:t>1:00 planned · starts 10:35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now a repository with an open issue.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Brown and colleagues sampled patches from DeepSeek-Coder-V2-Instruct on SWE-bench Lite.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one sample, a correct patch appeared for 15.9 percent of tasks.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250 samples, for 56 percent.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coverage: at least one patch passes the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production there are no hidden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pick one patch from many wrong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that patch ships.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Coverage is not selection.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three,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 will see our own software factory in the acceptance section.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There, the suite was green but the check was incomplete.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 example: from code to cells.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15. Our CRISPR screen narrowed 19,050 genes to about 100 candidates.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15 / 31  </a:t>
            </a:r>
            <a:r>
              <a:rPr sz="1400" b="0">
                <a:solidFill>
                  <a:srgbClr val="536874"/>
                </a:solidFill>
              </a:rPr>
              <a:t>1:00 planned · starts 11:35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one is my own work with coauthors.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one pooled cell screen covering 19,050 genes.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alternatives are over a hundred and twenty thousand guide RNAs.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per gene, across nine pooled arms.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ranking methods narrowed nineteen thousand genes to about one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counting lesson.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are six looks at one gene, not six discoveries.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gene counts once, like a road on the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rule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the check: focused assays in MCF-seven breast cancer cells.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Ten of thirteen targets increased sensitivity to the SRC-3 inhibitor SI-twelve.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of eight drug combinations improved killing.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These are laboratory results, not clinical ones.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 example: physics.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16. With Ori Chamo, we connected two apparent branches of one orbit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16 / 31  </a:t>
            </a:r>
            <a:r>
              <a:rPr sz="1400" b="0">
                <a:solidFill>
                  <a:srgbClr val="536874"/>
                </a:solidFill>
              </a:rPr>
              <a:t>1:00 planned · starts 12:35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Ori Chamo and I studied the three-body problem.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shared state is a catalog.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Li, Li and Liao tabulated 135,445 periodic three-body orbits and described one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later analysis plotted the same catalog and saw two branches.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alternatives are continuations.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change the masses in small steps, then correct each orbit so it keeps repeating.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connection counts only if it holds in both directions.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twenty-six selected connections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two branches join, at least in the region we sampled.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plot made one family look like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it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Separately, two stability changes were re-checked at sixty-digit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This is a preprint, not peer reviewed.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what do all five examples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17. Five fields, one loop, three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17 / 31  </a:t>
            </a:r>
            <a:r>
              <a:rPr sz="1400" b="0">
                <a:solidFill>
                  <a:srgbClr val="536874"/>
                </a:solidFill>
              </a:rPr>
              <a:t>0:45 planned · starts 13:35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Back to our map.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fields, one loop.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started from a shared state, ran alternatives, and needed a check.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the fuzzer sets up its target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research attempt starts from the best commit.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duplicate crashes and six guides for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two apparent branches were one orbit family.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 fixed evaluator decides keep or revert.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selector must still pick one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one: compute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18. The next step decides which state to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18 / 31  </a:t>
            </a:r>
            <a:r>
              <a:rPr sz="1400" b="0">
                <a:solidFill>
                  <a:srgbClr val="536874"/>
                </a:solidFill>
              </a:rPr>
              <a:t>1:05 planned · starts 14:20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must the reused state hold?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next step decides.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edits code and rebuilds, the cache from earlier supplies the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continues a live run, we restore a process or VM checkpoint.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get only the memory that mechanism keeps.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it needs an earlier answer, replay returns the recording.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 we run restore fan-out on islo, our sandbox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means many restores of one named snapshot.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Two hundred fifty-five of two hundred fifty-six restore-run-capture calls succeeded.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Whether live memory survives is untested until Gate zero, our first preregistered probe.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pick the cheapest mechanism that supplies what the next step reads.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For a step that only reads files, a restore and a warm cache compete.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19. A restore pays only if it beats a warm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15:25</a:t>
            </a:r>
            <a:r>
              <a:rPr sz="1400" b="1">
                <a:solidFill>
                  <a:srgbClr val="007E87"/>
                </a:solidFill>
              </a:rPr>
              <a:t>  ·  step 1 of 3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 is the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N alternative runs, each would repeat a setup cost, 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Preparing once avoids N minus one setups.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Against that, we pay H to save the state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child pays R to restart and D to keep its writes private.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Sandbox starts are already cheap.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public benchmark puts them as low as seventy-three milliseconds.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P must be real preparation.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AD701B"/>
                </a:solidFill>
              </a:rPr>
              <a:t>[ASK] </a:t>
            </a:r>
            <a:r>
              <a:rPr sz="2000" b="0">
                <a:solidFill>
                  <a:srgbClr val="142B3B"/>
                </a:solidFill>
              </a:rPr>
              <a:t>A question for you: which wins, a snapshot restore or a warm-cache rebuild?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15:25</a:t>
            </a:r>
            <a:r>
              <a:rPr sz="1400" b="1">
                <a:solidFill>
                  <a:srgbClr val="007E87"/>
                </a:solidFill>
              </a:rPr>
              <a:t>  ·  step 2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Take eight runs, H of two, R of one, D of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thirty-four resource-seconds of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With a cold setup of thirty, restoring avoids two hundred ten.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it saves a hundred seventy-six.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19 / 31  </a:t>
            </a:r>
            <a:r>
              <a:rPr sz="1400" b="0">
                <a:solidFill>
                  <a:srgbClr val="536874"/>
                </a:solidFill>
              </a:rPr>
              <a:t>1:15 planned · starts 15:25</a:t>
            </a:r>
            <a:r>
              <a:rPr sz="1400" b="1">
                <a:solidFill>
                  <a:srgbClr val="007E87"/>
                </a:solidFill>
              </a:rPr>
              <a:t>  ·  step 3 of 3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With a warm cache, setup drops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Restoring avoids only fourteen, so it loses twenty.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warm cache wins: never build the same thing twice.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even a winning restore cannot undo everything.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20. A restore cannot undo remote effects, and a fork must not hold the right to publish.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20 / 31  </a:t>
            </a:r>
            <a:r>
              <a:rPr sz="1400" b="0">
                <a:solidFill>
                  <a:srgbClr val="536874"/>
                </a:solidFill>
              </a:rPr>
              <a:t>1:05 planned · starts 16:40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remote effects.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sandbox, call a hosted model, then restore.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sandbox is back, but the model has already answered and charged us.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restore cannot rewind another service.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an effect is not computed once, but recorded once,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proposed design retries with an idempotency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gives each child its own key, so forks never share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credentials.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fork copies every credential inside the sandbox.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publish key must stay outside.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worker returns a patch and its test records.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Only the controller holds that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runs exercised that separation.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two: count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21. A receipt is evidence's cache entry, written outside the child.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21 / 31  </a:t>
            </a:r>
            <a:r>
              <a:rPr sz="1400" b="0">
                <a:solidFill>
                  <a:srgbClr val="536874"/>
                </a:solidFill>
              </a:rPr>
              <a:t>1:05 planned · starts 17:45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once starts with a receipt.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receipt records what each trial did.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works like a cache entry.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key is what ran, on which bytes, from which inputs.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names the bytes, as in the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value is the result and who reported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design, the harness writes it, outside the child.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child's own report is only a claim.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factory logs show why.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CI job passed in three seconds, but its evaluation was skipped.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helper's code hash was recorded, but its source was not in the repository.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is a fingerprint, not a backup.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An approval was labelled human, but the harness had answered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inputs field lets a shared observation 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Next, we combine receipts.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22. Each fan-in operation needs its own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22 / 31  </a:t>
            </a:r>
            <a:r>
              <a:rPr sz="1400" b="0">
                <a:solidFill>
                  <a:srgbClr val="536874"/>
                </a:solidFill>
              </a:rPr>
              <a:t>1:00 planned · starts 18:50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Combining receipts is called fan-in, and it is not one operation.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tried different ideas, we select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Recall the patch selector in the software example.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Selection is itself a search.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we recheck the winner on fresh data.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edited different parts of a program, we compose their edits.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merged version needs its own test.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made-up example: each change starts a one-gigabyte worker on a two-gigabyte server.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Each change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Every pair fits.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All three together fail, and no pair test catches that.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the trials estimated one quantity, we pool them.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weights must account for errors they share.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first, what do trials share?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23. Overlapping trials add less than their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23 / 31  </a:t>
            </a:r>
            <a:r>
              <a:rPr sz="1400" b="0">
                <a:solidFill>
                  <a:srgbClr val="536874"/>
                </a:solidFill>
              </a:rPr>
              <a:t>0:50 planned · starts 19:50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simplest thing trials share is an observation.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A returns a, b and c.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Trial B returns b, c and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is four distinct observations, not six, so B adds only 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have seen this before.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Roadbook counts a road once, however many drives cross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Six guides aimed at one gene are six looks at one gene.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pools the results.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Today, it rejects a duplicate observation ID.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also keeps each result's source history.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different observations can still share errors.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24. At error correlation 0.1, a mean of 100 estimates is as precise as about nine.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24 / 31  </a:t>
            </a:r>
            <a:r>
              <a:rPr sz="1400" b="0">
                <a:solidFill>
                  <a:srgbClr val="536874"/>
                </a:solidFill>
              </a:rPr>
              <a:t>0:50 planned · starts 20:40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Take a hundred equally noisy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errors have pairwise correlation point one.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They might share a parent state, a seed or a test fixture.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Their average is as precise as about nine independent ones, not a hundred.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Shared errors count for less.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shared bias does not average away at all.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reducer still assumes independence.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propose weights that use the error covariance.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propose refusing a precision claim when the dependence is unknown.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worker that overstates its own precision is worse than a shared error.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25. A worker that overstates its precision can take over the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21:30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weighted average multiplies each estimate by its precision, one over its variance.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a worker claiming little uncertainty gets a large weight.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our synthetic test, the true value is five.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sends two thousand tight points near seventeen.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claims fifty times its real precision.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Counting points would not catch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we trust that precision, the average is seventeen point zero zero zero four.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worker took over.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25 / 31  </a:t>
            </a:r>
            <a:r>
              <a:rPr sz="1400" b="0">
                <a:solidFill>
                  <a:srgbClr val="536874"/>
                </a:solidFill>
              </a:rPr>
              <a:t>0:55 planned · starts 21:30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Our heuristic caps that precision and down-weights far-off estimates.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gives four point nine five six six.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synthetic case, not a Byzantine guarantee.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check outside the child, including its error bars.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Rule three: publish once.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26. Our factory's patch passed every check it had.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22:25</a:t>
            </a:r>
            <a:r>
              <a:rPr sz="1400" b="1">
                <a:solidFill>
                  <a:srgbClr val="007E87"/>
                </a:solidFill>
              </a:rPr>
              <a:t>  ·  step 1 of 2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Start with our own factory run.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was serial, on Docker sandboxes.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Nothing forked.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repair.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Review blocked it and asked for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second repair, and approval.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After each repair, the harness ran the full suite.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1,972 cases, including skips, zero failures.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repairs added a code path for retries.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If another attempt of the same job holds the workspace, the retry adopts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promise: the job starts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forces that path.</a:t>
            </a:r>
          </a:p>
          <a:p>
            <a:pPr>
              <a:spcBef>
                <a:spcPts val="1200"/>
              </a:spcBef>
            </a:pPr>
            <a:r>
              <a:rPr sz="1400" b="1">
                <a:solidFill>
                  <a:srgbClr val="007E87"/>
                </a:solidFill>
              </a:rPr>
              <a:t>▸ Next: CLICK on this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26 / 31  </a:t>
            </a:r>
            <a:r>
              <a:rPr sz="1400" b="0">
                <a:solidFill>
                  <a:srgbClr val="536874"/>
                </a:solidFill>
              </a:rPr>
              <a:t>0:55 planned · starts 22:25</a:t>
            </a:r>
            <a:r>
              <a:rPr sz="1400" b="1">
                <a:solidFill>
                  <a:srgbClr val="007E87"/>
                </a:solidFill>
              </a:rPr>
              <a:t>  ·  step 2 of 2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007E87"/>
                </a:solidFill>
              </a:rPr>
              <a:t>[CLICK] </a:t>
            </a:r>
            <a:r>
              <a:rPr sz="2000" b="0">
                <a:solidFill>
                  <a:srgbClr val="142B3B"/>
                </a:solidFill>
              </a:rPr>
              <a:t>Review approved, suite green, promise untested.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 reverted that path by hand.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PR merged on 3 October without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person caught what the gate should catch.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should that gate be?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27. Accept only bytes whose promise was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27 / 31  </a:t>
            </a:r>
            <a:r>
              <a:rPr sz="1400" b="0">
                <a:solidFill>
                  <a:srgbClr val="536874"/>
                </a:solidFill>
              </a:rPr>
              <a:t>0:50 planned · starts 23:20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steps.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First, freeze the candidate and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hash that keyed the cache now names the bytes the controller may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require a test for each promise the change makes.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Run it on those exact files.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Here, force the retry onto a busy workspace and assert one dispatch.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the controller publishes only those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hash-bound publish check is built, but the promise test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 test for the promise, no acceptance: this gate would have refused our patch.</a:t>
            </a:r>
            <a:r>
              <a:rPr sz="1600" b="0">
                <a:solidFill>
                  <a:srgbClr val="536874"/>
                </a:solidFill>
              </a:rPr>
              <a:t>  [PAUSE]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checked result also has to survive.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28. Our second factory run lost an approved 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28 / 31  </a:t>
            </a:r>
            <a:r>
              <a:rPr sz="1400" b="0">
                <a:solidFill>
                  <a:srgbClr val="536874"/>
                </a:solidFill>
              </a:rPr>
              <a:t>0:45 planned · starts 24:10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In a second factory run, review approved a patch.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delivery was refused three times, over a stray file.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file was the harness's own review archive.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cleanup deleted the workspace, and the approved patch with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fix is an order.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Save a copy outside the child, confirm the copy, then delete.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hash alone is not a copy.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order is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loss was real.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But saving is not permission to publish.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replaced or restored worker may still try to deliver.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29. The controller rejects a late result from a replaced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29 / 31  </a:t>
            </a:r>
            <a:r>
              <a:rPr sz="1400" b="0">
                <a:solidFill>
                  <a:srgbClr val="536874"/>
                </a:solidFill>
              </a:rPr>
              <a:t>0:45 planned · starts 24:55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So the controller keeps an epoch, a permission version number.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Replacing a worker moves the epoch from one to two.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old worker's late result still carries one, so the controller rejects 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check lives in the controller.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way, restoring a snapshot cannot revive an old permission.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We also key each publish by its hash.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Then a retry is a no-op, like a cache hit.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Both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controller, current epoch, 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What is still open?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30. Five questions remain open; the preregistered tests have not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30 / 31  </a:t>
            </a:r>
            <a:r>
              <a:rPr sz="1400" b="0">
                <a:solidFill>
                  <a:srgbClr val="536874"/>
                </a:solidFill>
              </a:rPr>
              <a:t>1:05 planned · starts 25:40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Five questions remain open.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Three have preregistered tests.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None has started.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First comes Gate zero: does a restored snapshot keep live memory?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VM checkpoints can, but we have not shown ours does.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value held only in RAM must survive into three restored children.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Until it passes, I say restore fan-out, not memory fork.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Second, does restoring beat a warm cache at three, six and twelve sandboxes?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Third, do sibling restores fail a race test together more than unrelated ones?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That measures the shared environment, not agents' judgments.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Fourth, a design question: when should the reducer refuse a precision claim?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Fifth, does the epoch fence hold across restores?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Our TLA+ model is not yet model-checked.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Now, what this talk contributes.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Next: 31. Contributions: three rules for doing work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b="1">
                <a:solidFill>
                  <a:srgbClr val="007E87"/>
                </a:solidFill>
              </a:rPr>
              <a:t>31 / 31  </a:t>
            </a:r>
            <a:r>
              <a:rPr sz="1400" b="0">
                <a:solidFill>
                  <a:srgbClr val="536874"/>
                </a:solidFill>
              </a:rPr>
              <a:t>1:00 planned · starts 26:45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My contributions, on the same map we started with.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once: a cost rule.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Restore saved state only when the setup it avoids costs more than its overhead.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Price it against a warm cache.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once: an evidence contract.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reducer I built rejects duplicate observation IDs.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Receipts kept outside the child and weights for shared errors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once: an acceptance gate.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The controller holds the publish key.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Its hash-bound publish check is built.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A test for every promise and the epoch fence are proposed.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One hash threads all three.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keys the cache, binds the receipt, and names the published bytes.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It proves identity, not correctness.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Compute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Count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Publish once.</a:t>
            </a:r>
          </a:p>
          <a:p>
            <a:pPr>
              <a:spcBef>
                <a:spcPts val="600"/>
              </a:spcBef>
            </a:pPr>
            <a:r>
              <a:rPr sz="2000" b="0">
                <a:solidFill>
                  <a:srgbClr val="142B3B"/>
                </a:solidFill>
              </a:rPr>
              <a:t>Your questions, please.</a:t>
            </a:r>
          </a:p>
          <a:p>
            <a:pPr>
              <a:spcBef>
                <a:spcPts val="1200"/>
              </a:spcBef>
            </a:pPr>
            <a:r>
              <a:rPr sz="1400" b="0">
                <a:solidFill>
                  <a:srgbClr val="536874"/>
                </a:solidFill>
              </a:rPr>
              <a:t>▸ Last slide: leave it up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