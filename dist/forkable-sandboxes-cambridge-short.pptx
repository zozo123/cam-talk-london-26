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 / 31  </a:t>
            </a:r>
            <a:r>
              <a:rPr sz="1400" b="0">
                <a:solidFill>
                  <a:srgbClr val="536874"/>
                </a:solidFill>
              </a:rPr>
              <a:t>0:35 planned · starts 0:00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My path runs from self-organization in cells, to self-driving cars, to self-driving compute.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Say we have paid to reach a useful state.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Can we try several next steps from there without paying for it again?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My answer has three rules.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corner tags mark what is published, measured, built or only designed.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First, where these ideas come from.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2. Each stop on my path left one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 / 31  </a:t>
            </a:r>
            <a:r>
              <a:rPr sz="1400" b="0">
                <a:solidFill>
                  <a:srgbClr val="536874"/>
                </a:solidFill>
              </a:rPr>
              <a:t>0:55 planned · starts 0:35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 is my path.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stop left one lesson.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My early systems jobs, including Twistlock, were in software and container security.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lesson: a sandbox bounds what a program may do.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From twenty sixteen I simulated cell mechanics and analyzed genomes.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both, reaching a state is the expensive part.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you explore from there.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twenty nineteen study tested drug combinations on cancer cells.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Many trials, few confirmations.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At NRGene, gene-editing results helped pick the next experiment.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At Mobileye, repeated observations of one road had to 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At Incredibuild, the rule is simple.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Never build the same thing twice.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These lessons come back later, starting with Mobileye.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3. A car fleet fans out, then fans in to one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3 / 31  </a:t>
            </a:r>
            <a:r>
              <a:rPr sz="1400" b="0">
                <a:solidFill>
                  <a:srgbClr val="536874"/>
                </a:solidFill>
              </a:rPr>
              <a:t>0:45 planned · starts 1:30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Mobileye's Roadbook is a fleet example.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Assume three hundred million equipped cars sending anonymized road data.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cloud matches drives of the same road and combines them.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sends the updated map back to the cars.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My own work there was junction perception.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map counts each road once, however many cars drove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Self-driving compute gives execution the same shape.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Many runs from one reached state, one combined result.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But a fleet of runs keeps doing the same work.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the problem.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4. In parallel computing, the costly work is the work done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4 / 31  </a:t>
            </a:r>
            <a:r>
              <a:rPr sz="1400" b="0">
                <a:solidFill>
                  <a:srgbClr val="536874"/>
                </a:solidFill>
              </a:rPr>
              <a:t>0:55 planned · starts 2:15</a:t>
            </a:r>
            <a:r>
              <a:rPr sz="1400" b="1">
                <a:solidFill>
                  <a:srgbClr val="007E87"/>
                </a:solidFill>
              </a:rPr>
              <a:t>  ·  step 1 of 2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 is that problem in one picture.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AD701B"/>
                </a:solidFill>
              </a:rPr>
              <a:t>[ASK] </a:t>
            </a:r>
            <a:r>
              <a:rPr sz="2000" b="0">
                <a:solidFill>
                  <a:srgbClr val="142B3B"/>
                </a:solidFill>
              </a:rPr>
              <a:t>A question for you: how much of your last CI run had another machine already done?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Often it is the same install and the same compile, again.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Without reuse, three trials each repeat the same setup.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4 / 31  </a:t>
            </a:r>
            <a:r>
              <a:rPr sz="1400" b="0">
                <a:solidFill>
                  <a:srgbClr val="536874"/>
                </a:solidFill>
              </a:rPr>
              <a:t>0:55 planned · starts 2:15</a:t>
            </a:r>
            <a:r>
              <a:rPr sz="1400" b="1">
                <a:solidFill>
                  <a:srgbClr val="007E87"/>
                </a:solidFill>
              </a:rPr>
              <a:t>  ·  step 2 of 2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With reuse, we set up once and save that state.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Every trial starts from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setup blocks we skip are the waste.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N minus one setups.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a parallel, distributed world, the expensive thing is doing work twice.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Three steps remove it: cache, fork, sandbox.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Step one is the oldest: a cache.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5. A cache skips work a previous run already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5 / 31  </a:t>
            </a:r>
            <a:r>
              <a:rPr sz="1400" b="0">
                <a:solidFill>
                  <a:srgbClr val="536874"/>
                </a:solidFill>
              </a:rPr>
              <a:t>0:45 planned · starts 3:10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 is how a cache works.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Hash a build step's inputs into a key: source, flags and toolchain.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the key is stored, that is a hit.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Reuse the stored output.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 a miss, run the step in a sandbox.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Store its output, so the next run hits.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sandbox hides undeclared files, so the step cannot read what the key omits.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This is the Incredibuild lesson: never build the same thing twice.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Remember that hash, because it comes back.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What does it buy?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6. Reusing an earlier runner's build files cut a Tokio compile from about 46 s to 13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6 / 31  </a:t>
            </a:r>
            <a:r>
              <a:rPr sz="1400" b="0">
                <a:solidFill>
                  <a:srgbClr val="536874"/>
                </a:solidFill>
              </a:rPr>
              <a:t>0:40 planned · starts 3:55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my Tokio demo, a fresh compile took about forty-six seconds.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Copying in an earlier runner's build files cut that to about thirteen.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An already warm cache cut it to about three.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These are approximate, self-reported times.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copied files are build outputs, not a running program.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Distributed builds rely on this: one machine reuses another's output.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cache reuses one step's output.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Step two reuses a whole state.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7. A fork extends caching from files to a reached execution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7 / 31  </a:t>
            </a:r>
            <a:r>
              <a:rPr sz="1400" b="0">
                <a:solidFill>
                  <a:srgbClr val="536874"/>
                </a:solidFill>
              </a:rPr>
              <a:t>0:45 planned · starts 4:35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fork goes further.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restores the state after many steps, like installed dependencies or a warmed process.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Think of a film.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Its scenes are fixed, and rewinding replays the same plot.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An experiment is different.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saves a reached state, keyed by its hash, like a cache entry.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tries two next actions, each in its own private sandbox.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check keeps one outcome and discards the other.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Then we continue from there.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Step three makes that sharing safe.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8. A sandbox lets children share one state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8 / 31  </a:t>
            </a:r>
            <a:r>
              <a:rPr sz="1400" b="0">
                <a:solidFill>
                  <a:srgbClr val="536874"/>
                </a:solidFill>
              </a:rPr>
              <a:t>0:50 planned · starts 5:20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our design, three children share one saved state.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is read-only and named by its hash.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child writes only to its private layer, so siblings cannot overwrite each other.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Hiding undeclared inputs keeps the cache key complete.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Effects, like a network request, cross the boundary.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 restore rewinds them, so we propose recording them.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This is the Twistlock lesson: a sandbox bounds what a program may do.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is a policy.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way to build it is a VM with its own kernel.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Another is a container on a shared kernel.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 are the three steps as code.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9. The forkable API prepares once and runs alternatives in private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9 / 31  </a:t>
            </a:r>
            <a:r>
              <a:rPr sz="1400" b="0">
                <a:solidFill>
                  <a:srgbClr val="536874"/>
                </a:solidFill>
              </a:rPr>
              <a:t>0:45 planned · starts 6:10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Both columns are Python.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Same three edits, same test, same selection rule.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 the left, a loop prepares a fresh environment for every edit.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 the right, the proposed API prepares once and checkpoints that state.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Fork makes three children, each a private sandbox.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applies one edit and returns its result with evidence.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prepare() runs once, not three times.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Ordinary Python can already do this, with process forks or caches.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API makes reuse and isolation explicit.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None of these pieces is new on its own.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10. Caches, forks and sandboxes are old; coupling them to evidence and acceptance is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10 / 31  </a:t>
            </a:r>
            <a:r>
              <a:rPr sz="1400" b="0">
                <a:solidFill>
                  <a:srgbClr val="536874"/>
                </a:solidFill>
              </a:rPr>
              <a:t>0:50 planned · starts 6:55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cache keeps run outputs, as in ccache, Bazel's remote cache or Incredibuild.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fork keeps reached states.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SnowFlock cloned Xen machines in two thousand nine.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Xen came from this lab.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sandbox keeps writes private, as containers, gVisor and microVMs do.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What is new is what sharing requires.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shared evidence once, and publish checked bytes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 claim no fork speedup, since our agent runs were serial.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 also do not claim our snapshots keep live memory.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what does sharing work cost us?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11. Sharing work creates three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11 / 31  </a:t>
            </a:r>
            <a:r>
              <a:rPr sz="1400" b="0">
                <a:solidFill>
                  <a:srgbClr val="536874"/>
                </a:solidFill>
              </a:rPr>
              <a:t>0:50 planned · starts 7:45</a:t>
            </a:r>
            <a:r>
              <a:rPr sz="1400" b="1">
                <a:solidFill>
                  <a:srgbClr val="007E87"/>
                </a:solidFill>
              </a:rPr>
              <a:t>  ·  step 1 of 3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Sharing work creates three rules.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They organize this talk.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once: reuse or rebuild?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Reuse a saved state only if it beats a rebuild with a warm cache.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needs a cost rule.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11 / 31  </a:t>
            </a:r>
            <a:r>
              <a:rPr sz="1400" b="0">
                <a:solidFill>
                  <a:srgbClr val="536874"/>
                </a:solidFill>
              </a:rPr>
              <a:t>0:50 planned · starts 7:45</a:t>
            </a:r>
            <a:r>
              <a:rPr sz="1400" b="1">
                <a:solidFill>
                  <a:srgbClr val="007E87"/>
                </a:solidFill>
              </a:rPr>
              <a:t>  ·  step 2 of 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Count once: what must a trial return?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Parallel trials share inputs and errors, so a shared observation counts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needs an evidence contract.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11 / 31  </a:t>
            </a:r>
            <a:r>
              <a:rPr sz="1400" b="0">
                <a:solidFill>
                  <a:srgbClr val="536874"/>
                </a:solidFill>
              </a:rPr>
              <a:t>0:50 planned · starts 7:45</a:t>
            </a:r>
            <a:r>
              <a:rPr sz="1400" b="1">
                <a:solidFill>
                  <a:srgbClr val="007E87"/>
                </a:solidFill>
              </a:rPr>
              <a:t>  ·  step 3 of 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Publish once: who publishes what?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controller publishes the exact bytes that passed the check.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needs an acceptance gate.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You will leave with all three.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First, one real example.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12. A real run: an AI agent tried 126 changes to one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12 / 31  </a:t>
            </a:r>
            <a:r>
              <a:rPr sz="1400" b="0">
                <a:solidFill>
                  <a:srgbClr val="536874"/>
                </a:solidFill>
              </a:rPr>
              <a:t>1:20 planned · starts 8:35</a:t>
            </a:r>
            <a:r>
              <a:rPr sz="1400" b="1">
                <a:solidFill>
                  <a:srgbClr val="007E87"/>
                </a:solidFill>
              </a:rPr>
              <a:t>  ·  step 1 of 3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This is Karpathy's autoresearch.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An AI agent tries to improve a language model.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may edit only one file, the training script.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Data preparation, the tokenizer and the evaluator are fixed.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They are set up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Every attempt starts from the best commit so far.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compute once.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12 / 31  </a:t>
            </a:r>
            <a:r>
              <a:rPr sz="1400" b="0">
                <a:solidFill>
                  <a:srgbClr val="536874"/>
                </a:solidFill>
              </a:rPr>
              <a:t>1:20 planned · starts 8:35</a:t>
            </a:r>
            <a:r>
              <a:rPr sz="1400" b="1">
                <a:solidFill>
                  <a:srgbClr val="007E87"/>
                </a:solidFill>
              </a:rPr>
              <a:t>  ·  step 2 of 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In one reported session, the agent made a hundred twenty-six attempts.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Every score came from the same validation set.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set is one shared observation, reused again and again.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the gain needs a separate held-out check.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count once.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12 / 31  </a:t>
            </a:r>
            <a:r>
              <a:rPr sz="1400" b="0">
                <a:solidFill>
                  <a:srgbClr val="536874"/>
                </a:solidFill>
              </a:rPr>
              <a:t>1:20 planned · starts 8:35</a:t>
            </a:r>
            <a:r>
              <a:rPr sz="1400" b="1">
                <a:solidFill>
                  <a:srgbClr val="007E87"/>
                </a:solidFill>
              </a:rPr>
              <a:t>  ·  step 3 of 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After each five-minute run, the agent keeps the change or reverts it in Git.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Twenty-three were kept, a hundred two reverted, and one crashed.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kept change becomes the new best commit.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score fell 2.8 percent.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loop ran one attempt at a time, with no forks.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AlphaEvolve runs the same loop over a population of programs.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Now four more fields.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13. Reuse makes fuzzing fast; only checks turn crashes into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13 / 31  </a:t>
            </a:r>
            <a:r>
              <a:rPr sz="1400" b="0">
                <a:solidFill>
                  <a:srgbClr val="536874"/>
                </a:solidFill>
              </a:rPr>
              <a:t>1:00 planned · starts 9:55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Next, software security.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fuzzer runs a program on many changed inputs, hunting for crashes.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AFL-plus-plus initializes the target once, then reuses one child process across many inputs.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Its documentation reports typical speedups of ten to twenty times.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skips a fork for every input.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works only if state resets correctly.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rule one, compute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But speed only produces leads, and leads need checks.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Berkeley's CyberGym is a separate study.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There, an AI agent wrote test inputs for 431 projects.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produced fifty-six crashes.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researchers reproduced them and removed duplicates, leaving twenty-two distinct new vulnerabilities.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rule two, 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Next, software engineering.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14. 250 samples raised SWE-bench Lite coverage from 15.9% to 56%.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14 / 31  </a:t>
            </a:r>
            <a:r>
              <a:rPr sz="1400" b="0">
                <a:solidFill>
                  <a:srgbClr val="536874"/>
                </a:solidFill>
              </a:rPr>
              <a:t>1:00 planned · starts 10:55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shared state is now a repository with an open issue.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Brown and colleagues sampled patches from DeepSeek-Coder-V2-Instruct on SWE-bench Lite.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With one sample, a correct patch appeared for 15.9 percent of tasks.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With 250 samples, for 56 percent.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coverage: at least one patch passes the hidden tests.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production there are no hidden tests.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selector must pick one patch from many wrong ones.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Only that patch ships.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Coverage is not selection.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rule three, 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You will see our own software factory in the acceptance section.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There, the suite was green but the check was incomplete.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Next: from code to cells.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15. Our CRISPR screen narrowed 19,050 genes to about 100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15 / 31  </a:t>
            </a:r>
            <a:r>
              <a:rPr sz="1400" b="0">
                <a:solidFill>
                  <a:srgbClr val="536874"/>
                </a:solidFill>
              </a:rPr>
              <a:t>1:00 planned · starts 11:55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This one is my own work with coauthors.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shared state is one pooled cell screen covering 19,050 genes.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alternatives are over a hundred and twenty thousand guide RNAs.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Six per gene, across nine pooled arms.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Two ranking methods narrowed nineteen thousand genes to about one hundred.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 is the counting lesson.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Six guides are six looks at one gene, not six discoveries.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the gene counts once, like a road on the map.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rule two.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Then the check: focused assays in MCF-seven breast cancer cells.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Ten of thirteen targets increased sensitivity to the SRC-3 inhibitor SI-twelve.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Six of eight drug combinations improved killing.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These are laboratory results, not clinical ones.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Last, physics.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16. With Ori Chamo, we connected two apparent branches of one orbit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16 / 31  </a:t>
            </a:r>
            <a:r>
              <a:rPr sz="1400" b="0">
                <a:solidFill>
                  <a:srgbClr val="536874"/>
                </a:solidFill>
              </a:rPr>
              <a:t>1:00 planned · starts 12:55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Ori Chamo and I studied the three-body problem.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shared state is a catalog.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Li, Li and Liao tabulated 135,445 periodic three-body orbits and described one family.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later analysis plotted the same catalog and saw two branches.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alternatives are continuations.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We change the masses in small steps, then correct each orbit so it keeps repeating.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connection counts only if it holds in both directions.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All twenty-six selected connections did.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the two branches join, at least in the region we sampled.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plot made one family look like two.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it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Separately, two stability changes were re-checked at sixty-digit precision.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This is a preprint, not peer reviewed.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what do all five examples share?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17. Five fields, one loop, three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17 / 31  </a:t>
            </a:r>
            <a:r>
              <a:rPr sz="1400" b="0">
                <a:solidFill>
                  <a:srgbClr val="536874"/>
                </a:solidFill>
              </a:rPr>
              <a:t>0:45 planned · starts 13:55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Back to our map.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Five fields, one loop.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started from a shared state, ran alternatives, and needed a check.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once: the fuzzer sets up its target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research attempt starts from the best commit.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once: duplicate crashes and six guides for one gene.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two apparent branches were one orbit family.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Publish once: a fixed evaluator decides keep or revert.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selector must still pick one patch.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Rule one: compute once.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18. The next step decides which state to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18 / 31  </a:t>
            </a:r>
            <a:r>
              <a:rPr sz="1400" b="0">
                <a:solidFill>
                  <a:srgbClr val="536874"/>
                </a:solidFill>
              </a:rPr>
              <a:t>1:05 planned · starts 14:40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What must the reused state hold?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next step decides.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it edits code and rebuilds, the cache from earlier supplies the files.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it continues a live run, we restore a process or VM checkpoint.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We get only the memory that mechanism keeps.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it needs an earlier answer, replay returns the recording.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Today we run restore fan-out on islo, our sandbox service.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means many restores of one named snapshot.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Two hundred fifty-five of two hundred fifty-six restore-run-capture calls succeeded.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Whether live memory survives is untested until Gate zero, our first preregistered probe.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pick the cheapest mechanism that supplies what the next step reads.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For a step that only reads files, a restore and a warm cache compete.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19. A restore pays only if it beats a warm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19 / 31  </a:t>
            </a:r>
            <a:r>
              <a:rPr sz="1400" b="0">
                <a:solidFill>
                  <a:srgbClr val="536874"/>
                </a:solidFill>
              </a:rPr>
              <a:t>1:15 planned · starts 15:45</a:t>
            </a:r>
            <a:r>
              <a:rPr sz="1400" b="1">
                <a:solidFill>
                  <a:srgbClr val="007E87"/>
                </a:solidFill>
              </a:rPr>
              <a:t>  ·  step 1 of 3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 is the rule.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With N alternative runs, each would repeat a setup cost, P.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Preparing once avoids N minus one setups.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Against that, we pay H to save the state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child pays R to restart and D to keep its writes private.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Sandbox starts are already cheap.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public benchmark puts them as low as seventy-three milliseconds.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P must be real preparation.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AD701B"/>
                </a:solidFill>
              </a:rPr>
              <a:t>[ASK] </a:t>
            </a:r>
            <a:r>
              <a:rPr sz="2000" b="0">
                <a:solidFill>
                  <a:srgbClr val="142B3B"/>
                </a:solidFill>
              </a:rPr>
              <a:t>A question for you: which wins, a snapshot restore or a warm-cache rebuild?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19 / 31  </a:t>
            </a:r>
            <a:r>
              <a:rPr sz="1400" b="0">
                <a:solidFill>
                  <a:srgbClr val="536874"/>
                </a:solidFill>
              </a:rPr>
              <a:t>1:15 planned · starts 15:45</a:t>
            </a:r>
            <a:r>
              <a:rPr sz="1400" b="1">
                <a:solidFill>
                  <a:srgbClr val="007E87"/>
                </a:solidFill>
              </a:rPr>
              <a:t>  ·  step 2 of 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Take eight runs, H of two, R of one, D of three.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thirty-four resource-seconds of overhead.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With a cold setup of thirty, restoring avoids two hundred ten.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it saves a hundred seventy-six.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19 / 31  </a:t>
            </a:r>
            <a:r>
              <a:rPr sz="1400" b="0">
                <a:solidFill>
                  <a:srgbClr val="536874"/>
                </a:solidFill>
              </a:rPr>
              <a:t>1:15 planned · starts 15:45</a:t>
            </a:r>
            <a:r>
              <a:rPr sz="1400" b="1">
                <a:solidFill>
                  <a:srgbClr val="007E87"/>
                </a:solidFill>
              </a:rPr>
              <a:t>  ·  step 3 of 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With a warm cache, setup drops to two.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Restoring avoids only fourteen, so it loses twenty.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warm cache wins: never build the same thing twice.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But even a winning restore cannot undo everything.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20. A restore cannot undo remote effects, and a fork must not hold the right to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20 / 31  </a:t>
            </a:r>
            <a:r>
              <a:rPr sz="1400" b="0">
                <a:solidFill>
                  <a:srgbClr val="536874"/>
                </a:solidFill>
              </a:rPr>
              <a:t>1:05 planned · starts 17:00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First, remote effects.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Save a sandbox, call a hosted model, then restore.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sandbox is back, but the model has already answered and charged us.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restore cannot rewind another service.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an effect is not computed once, but recorded once, outside the child.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proposed design retries with an idempotency key.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controller gives each child its own key, so forks never share one.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Second, credentials.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fork copies every credential inside the sandbox.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the publish key must stay outside.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worker returns a patch and its test records.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Only the controller holds that key.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factory runs exercised that separation.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Rule two: count once.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21. A receipt is evidence's cache entry, written outside the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21 / 31  </a:t>
            </a:r>
            <a:r>
              <a:rPr sz="1400" b="0">
                <a:solidFill>
                  <a:srgbClr val="536874"/>
                </a:solidFill>
              </a:rPr>
              <a:t>1:05 planned · starts 18:05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Counting once starts with a receipt.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receipt records what each trial did.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works like a cache entry.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key is what ran, on which bytes, from which inputs.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hash names the bytes, as in the cache.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value is the result and who reported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our design, the harness writes it, outside the child.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child's own report is only a claim.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factory logs show why.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CI job passed in three seconds, but its evaluation was skipped.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helper's code hash was recorded, but its source was not in the repository.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hash is a fingerprint, not a backup.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An approval was labelled human, but the harness had answered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inputs field lets a shared observation 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Next, we combine receipts.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22. Each fan-in operation needs its own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22 / 31  </a:t>
            </a:r>
            <a:r>
              <a:rPr sz="1400" b="0">
                <a:solidFill>
                  <a:srgbClr val="536874"/>
                </a:solidFill>
              </a:rPr>
              <a:t>1:00 planned · starts 19:10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Combining receipts is called fan-in, and it is not one operation.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the trials tried different ideas, we select one.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Recall the patch selector in the software example.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Selection is itself a search.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we recheck the winner on fresh data.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the trials edited different parts of a program, we compose their edits.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merged version needs its own test.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made-up example: each change starts a one-gigabyte worker on a two-gigabyte server.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Each change fits.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Every pair fits.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All three together fail, and no pair test catches that.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the trials estimated one quantity, we pool them.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weights must account for errors they share.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first, what do trials share?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23. Overlapping trials add less than their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23 / 31  </a:t>
            </a:r>
            <a:r>
              <a:rPr sz="1400" b="0">
                <a:solidFill>
                  <a:srgbClr val="536874"/>
                </a:solidFill>
              </a:rPr>
              <a:t>0:50 planned · starts 20:10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simplest thing trials share is an observation.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Trial A returns a, b and c.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Trial B returns b, c and 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is four distinct observations, not six, so B adds only 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We have seen this before.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Roadbook counts a road once, however many drives cross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Six guides aimed at one gene are six looks at one gene.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reducer pools the results.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Today, it rejects a duplicate observation ID.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also keeps each result's source history.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But different observations can still share errors.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24. At error correlation 0.1, a mean of 100 estimates is as precise as about nine.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24 / 31  </a:t>
            </a:r>
            <a:r>
              <a:rPr sz="1400" b="0">
                <a:solidFill>
                  <a:srgbClr val="536874"/>
                </a:solidFill>
              </a:rPr>
              <a:t>0:50 planned · starts 21:00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Take a hundred equally noisy estimates.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Their errors have pairwise correlation point one.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They might share a parent state, a seed or a test fixture.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Their average is as precise as about nine independent ones, not a hundred.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Shared errors count for less.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shared bias does not average away at all.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reducer still assumes independence.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We propose weights that use the error covariance.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We also propose refusing a precision claim when the dependence is unknown.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worker that overstates its own precision is worse than a shared error.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25. A worker that overstates its precision can take over the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25 / 31  </a:t>
            </a:r>
            <a:r>
              <a:rPr sz="1400" b="0">
                <a:solidFill>
                  <a:srgbClr val="536874"/>
                </a:solidFill>
              </a:rPr>
              <a:t>0:55 planned · starts 21:50</a:t>
            </a:r>
            <a:r>
              <a:rPr sz="1400" b="1">
                <a:solidFill>
                  <a:srgbClr val="007E87"/>
                </a:solidFill>
              </a:rPr>
              <a:t>  ·  step 1 of 2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weighted average multiplies each estimate by its precision, one over its variance.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a worker claiming little uncertainty gets a large weight.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our synthetic test, the true value is five.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worker sends two thousand tight points near seventeen.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claims fifty times its real precision.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Counting points would not catch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we trust that precision, the average is seventeen point zero zero zero four.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worker took over.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25 / 31  </a:t>
            </a:r>
            <a:r>
              <a:rPr sz="1400" b="0">
                <a:solidFill>
                  <a:srgbClr val="536874"/>
                </a:solidFill>
              </a:rPr>
              <a:t>0:55 planned · starts 21:50</a:t>
            </a:r>
            <a:r>
              <a:rPr sz="1400" b="1">
                <a:solidFill>
                  <a:srgbClr val="007E87"/>
                </a:solidFill>
              </a:rPr>
              <a:t>  ·  step 2 of 2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Our heuristic caps that precision and down-weights far-off estimates.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gives four point nine five six six.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synthetic case, not a Byzantine guarantee.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check outside the child, including its error bars.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Rule three: publish once.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26. Our factory's patch passed every check it had.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26 / 31  </a:t>
            </a:r>
            <a:r>
              <a:rPr sz="1400" b="0">
                <a:solidFill>
                  <a:srgbClr val="536874"/>
                </a:solidFill>
              </a:rPr>
              <a:t>0:55 planned · starts 22:45</a:t>
            </a:r>
            <a:r>
              <a:rPr sz="1400" b="1">
                <a:solidFill>
                  <a:srgbClr val="007E87"/>
                </a:solidFill>
              </a:rPr>
              <a:t>  ·  step 1 of 2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Start with our own factory run.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was serial, on Docker sandboxes.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Nothing forked.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repair.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Review blocked it and asked for tests.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Then a second repair, and approval.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After each repair, the harness ran the full suite.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1,972 cases, including skips, zero failures.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repairs added a code path for retries.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If another attempt of the same job holds the workspace, the retry adopts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promise: the job starts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 test forces that path.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7E87"/>
                </a:solidFill>
              </a:rPr>
              <a:t>▸ Next: CLICK on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26 / 31  </a:t>
            </a:r>
            <a:r>
              <a:rPr sz="1400" b="0">
                <a:solidFill>
                  <a:srgbClr val="536874"/>
                </a:solidFill>
              </a:rPr>
              <a:t>0:55 planned · starts 22:45</a:t>
            </a:r>
            <a:r>
              <a:rPr sz="1400" b="1">
                <a:solidFill>
                  <a:srgbClr val="007E87"/>
                </a:solidFill>
              </a:rPr>
              <a:t>  ·  step 2 of 2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7E87"/>
                </a:solidFill>
              </a:rPr>
              <a:t>[CLICK] </a:t>
            </a:r>
            <a:r>
              <a:rPr sz="2000" b="0">
                <a:solidFill>
                  <a:srgbClr val="142B3B"/>
                </a:solidFill>
              </a:rPr>
              <a:t>Review approved, suite green, promise untested.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 reverted that path by hand.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PR merged on 3 October without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person caught what the gate should catch.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What should that gate be?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27. Accept only bytes whose promise was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27 / 31  </a:t>
            </a:r>
            <a:r>
              <a:rPr sz="1400" b="0">
                <a:solidFill>
                  <a:srgbClr val="536874"/>
                </a:solidFill>
              </a:rPr>
              <a:t>0:50 planned · starts 23:40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Three steps.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First, freeze the candidate and its hash.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hash that keyed the cache now names the bytes the controller may publish.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proves identity, not correctness.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Second, require a test for each promise the change makes.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Run it on those exact files.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Here, force the retry onto a busy workspace and assert one dispatch.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Third, the controller publishes only those bytes.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hash-bound publish check is built, but the promise test is proposed.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 test for the promise, no acceptance: this gate would have refused our patch.</a:t>
            </a:r>
            <a:r>
              <a:rPr sz="1600" b="0">
                <a:solidFill>
                  <a:srgbClr val="536874"/>
                </a:solidFill>
              </a:rPr>
              <a:t>  [PAUSE]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checked result also has to survive.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28. Our second factory run lost an approved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28 / 31  </a:t>
            </a:r>
            <a:r>
              <a:rPr sz="1400" b="0">
                <a:solidFill>
                  <a:srgbClr val="536874"/>
                </a:solidFill>
              </a:rPr>
              <a:t>0:45 planned · starts 24:30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In a second factory run, review approved a patch.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But delivery was refused three times, over a stray file.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file was the harness's own review archive.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Then cleanup deleted the workspace, and the approved patch with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fix is an order.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Save a copy outside the child, confirm the copy, then delete.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hash alone is not a copy.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order is proposed.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loss was real.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But saving is not permission to publish.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replaced or restored worker may still try to deliver.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29. The controller rejects a late result from a replaced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29 / 31  </a:t>
            </a:r>
            <a:r>
              <a:rPr sz="1400" b="0">
                <a:solidFill>
                  <a:srgbClr val="536874"/>
                </a:solidFill>
              </a:rPr>
              <a:t>0:45 planned · starts 25:15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So the controller keeps an epoch, a permission version number.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Replacing a worker moves the epoch from one to two.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old worker's late result still carries one, so the controller rejects 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check lives in the controller.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way, restoring a snapshot cannot revive an old permission.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We also key each publish by its hash.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Then a retry is a no-op, like a cache hit.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Both are proposed.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controller, current epoch, 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What is still open?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30. Five questions remain open; the preregistered tests have not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30 / 31  </a:t>
            </a:r>
            <a:r>
              <a:rPr sz="1400" b="0">
                <a:solidFill>
                  <a:srgbClr val="536874"/>
                </a:solidFill>
              </a:rPr>
              <a:t>1:05 planned · starts 26:00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Five questions remain open.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Three have preregistered tests.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None has started.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First comes Gate zero: does a restored snapshot keep live memory?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VM checkpoints can, but we have not shown ours does.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value held only in RAM must survive into three restored children.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Until it passes, I say restore fan-out, not memory fork.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Second, does restoring beat a warm cache at three, six and twelve sandboxes?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Third, do sibling restores fail a race test together more than unrelated ones?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That measures the shared environment, not agents' judgments.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Fourth, a design question: when should the reducer refuse a precision claim?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Fifth, does the epoch fence hold across restores?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Our TLA+ model is not yet model-checked.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Now, what this talk contributes.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Next: 31. Contributions: three rules for doing work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007E87"/>
                </a:solidFill>
              </a:rPr>
              <a:t>31 / 31  </a:t>
            </a:r>
            <a:r>
              <a:rPr sz="1400" b="0">
                <a:solidFill>
                  <a:srgbClr val="536874"/>
                </a:solidFill>
              </a:rPr>
              <a:t>1:00 planned · starts 27:05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My contributions, on the same map we started with.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once: a cost rule.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Restore saved state only when the setup it avoids costs more than its overhead.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Price it against a warm cache.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once: an evidence contract.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reducer I built rejects duplicate observation IDs.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Receipts kept outside the child and weights for shared errors are proposed.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Publish once: an acceptance gate.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The controller holds the publish key.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Its hash-bound publish check is built.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A test for every promise and the epoch fence are proposed.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One hash threads all three.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keys the cache, binds the receipt, and names the published bytes.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It proves identity, not correctness.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Compute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Count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Publish once.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142B3B"/>
                </a:solidFill>
              </a:rPr>
              <a:t>Your questions, please.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36874"/>
                </a:solidFill>
              </a:rPr>
              <a:t>▸ Last slide: leave it up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